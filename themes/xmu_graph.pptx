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78F95"/>
                </a:solidFill>
              </a:defRPr>
            </a:pPr>
            <a:r>
              <a:t>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副标题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78F95"/>
                </a:solidFill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828800"/>
            <a:ext cx="411480" cy="411480"/>
          </a:xfrm>
          <a:prstGeom prst="ellipse">
            <a:avLst/>
          </a:prstGeom>
          <a:solidFill>
            <a:srgbClr val="178F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1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2743200"/>
            <a:ext cx="411480" cy="411480"/>
          </a:xfrm>
          <a:prstGeom prst="ellipse">
            <a:avLst/>
          </a:prstGeom>
          <a:solidFill>
            <a:srgbClr val="178F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743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2</a:t>
            </a:r>
          </a:p>
        </p:txBody>
      </p:sp>
      <p:sp>
        <p:nvSpPr>
          <p:cNvPr id="9" name="Oval 8"/>
          <p:cNvSpPr/>
          <p:nvPr/>
        </p:nvSpPr>
        <p:spPr>
          <a:xfrm>
            <a:off x="1463040" y="3657600"/>
            <a:ext cx="411480" cy="411480"/>
          </a:xfrm>
          <a:prstGeom prst="ellipse">
            <a:avLst/>
          </a:prstGeom>
          <a:solidFill>
            <a:srgbClr val="178F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3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4572000"/>
            <a:ext cx="411480" cy="411480"/>
          </a:xfrm>
          <a:prstGeom prst="ellipse">
            <a:avLst/>
          </a:prstGeom>
          <a:solidFill>
            <a:srgbClr val="178F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645920"/>
            <a:ext cx="1463040" cy="1463040"/>
          </a:xfrm>
          <a:prstGeom prst="ellipse">
            <a:avLst/>
          </a:prstGeom>
          <a:solidFill>
            <a:srgbClr val="E861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章节标题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8F95"/>
                </a:solidFill>
              </a:defRPr>
            </a:pPr>
            <a:r>
              <a:t>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要点 1</a:t>
            </a:r>
          </a:p>
          <a:p>
            <a:pPr>
              <a:defRPr sz="1600"/>
            </a:pPr>
            <a:r>
              <a:t>要点 2</a:t>
            </a:r>
          </a:p>
          <a:p>
            <a:pPr>
              <a:defRPr sz="1600"/>
            </a:pPr>
            <a:r>
              <a:t>要点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63040"/>
            <a:ext cx="4846320" cy="4572000"/>
          </a:xfrm>
          <a:prstGeom prst="rect">
            <a:avLst/>
          </a:prstGeom>
          <a:solidFill>
            <a:srgbClr val="E861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8F95"/>
                </a:solidFill>
              </a:defRPr>
            </a:pPr>
            <a:r>
              <a:t>数据标题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8F95"/>
                </a:solidFill>
              </a:defRPr>
            </a:pPr>
            <a:r>
              <a:t>信息图标题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8F95"/>
                </a:solidFill>
              </a:defRPr>
            </a:pPr>
            <a:r>
              <a:t>对比标题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645920"/>
            <a:ext cx="25400" cy="4389120"/>
          </a:xfrm>
          <a:prstGeom prst="rect">
            <a:avLst/>
          </a:prstGeom>
          <a:solidFill>
            <a:srgbClr val="DDDD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8F95"/>
                </a:solidFill>
              </a:defRPr>
            </a:pPr>
            <a:r>
              <a:t>方案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8612D"/>
                </a:solidFill>
              </a:defRPr>
            </a:pPr>
            <a:r>
              <a:t>方案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8F95"/>
                </a:solidFill>
              </a:defRPr>
            </a:pPr>
            <a:r>
              <a:t>核心发现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1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关键要点 1</a:t>
            </a:r>
          </a:p>
          <a:p>
            <a:pPr>
              <a:defRPr sz="1600"/>
            </a:pPr>
            <a:r>
              <a:t>关键要点 2</a:t>
            </a:r>
          </a:p>
          <a:p>
            <a:pPr>
              <a:defRPr sz="1600"/>
            </a:pPr>
            <a:r>
              <a:t>关键要点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645920"/>
            <a:ext cx="4572000" cy="41148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8F95"/>
                </a:solidFill>
              </a:defRPr>
            </a:pPr>
            <a:r>
              <a:t>数据表格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178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E8612D"/>
                </a:solidFill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178F95"/>
                </a:solidFill>
              </a:defRPr>
            </a:pPr>
            <a:r>
              <a:t>引用内容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8F95"/>
                </a:solidFill>
              </a:defRPr>
            </a:pPr>
            <a:r>
              <a:t>发展历程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47120" cy="27432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8F95"/>
                </a:solidFill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97280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8F95"/>
                </a:solidFill>
              </a:defRPr>
            </a:pPr>
            <a:r>
              <a:t>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31920" y="1645920"/>
            <a:ext cx="457200" cy="4572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9052559" y="1645920"/>
            <a:ext cx="457200" cy="4572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8F95"/>
                </a:solidFill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515600" cy="36576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8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286000"/>
            <a:ext cx="2103120" cy="635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