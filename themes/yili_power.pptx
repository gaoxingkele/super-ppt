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24177"/>
                </a:solidFill>
              </a:defRPr>
            </a:pPr>
            <a:r>
              <a:t>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副标题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24177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411480" cy="411480"/>
          </a:xfrm>
          <a:prstGeom prst="ellipse">
            <a:avLst/>
          </a:prstGeom>
          <a:solidFill>
            <a:srgbClr val="0241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1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743200"/>
            <a:ext cx="411480" cy="411480"/>
          </a:xfrm>
          <a:prstGeom prst="ellipse">
            <a:avLst/>
          </a:prstGeom>
          <a:solidFill>
            <a:srgbClr val="0241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2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3657600"/>
            <a:ext cx="411480" cy="411480"/>
          </a:xfrm>
          <a:prstGeom prst="ellipse">
            <a:avLst/>
          </a:prstGeom>
          <a:solidFill>
            <a:srgbClr val="0241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3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4572000"/>
            <a:ext cx="411480" cy="411480"/>
          </a:xfrm>
          <a:prstGeom prst="ellipse">
            <a:avLst/>
          </a:prstGeom>
          <a:solidFill>
            <a:srgbClr val="0241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1463040" cy="1463040"/>
          </a:xfrm>
          <a:prstGeom prst="ellipse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要点 1</a:t>
            </a:r>
          </a:p>
          <a:p>
            <a:pPr>
              <a:defRPr sz="1600"/>
            </a:pPr>
            <a:r>
              <a:t>要点 2</a:t>
            </a:r>
          </a:p>
          <a:p>
            <a:pPr>
              <a:defRPr sz="1600"/>
            </a:pPr>
            <a:r>
              <a:t>要点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846320" cy="4572000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数据标题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信息图标题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对比标题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25400" cy="438912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4177"/>
                </a:solidFill>
              </a:defRPr>
            </a:pPr>
            <a: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8612D"/>
                </a:solidFill>
              </a:defRPr>
            </a:pPr>
            <a:r>
              <a:t>方案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关键要点 1</a:t>
            </a:r>
          </a:p>
          <a:p>
            <a:pPr>
              <a:defRPr sz="1600"/>
            </a:pPr>
            <a:r>
              <a:t>关键要点 2</a:t>
            </a:r>
          </a:p>
          <a:p>
            <a:pPr>
              <a:defRPr sz="1600"/>
            </a:pPr>
            <a:r>
              <a:t>关键要点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572000" cy="411480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数据表格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024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E8612D"/>
                </a:solidFill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024177"/>
                </a:solidFill>
              </a:defRPr>
            </a:pPr>
            <a:r>
              <a:t>引用内容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发展历程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052559" y="1645920"/>
            <a:ext cx="457200" cy="457200"/>
          </a:xfrm>
          <a:prstGeom prst="ellipse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4177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solidFill>
            <a:srgbClr val="005D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635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